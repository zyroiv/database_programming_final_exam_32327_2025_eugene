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ln w="19050">
            <a:solidFill>
              <a:srgbClr val="C9A227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DPR400210 — PHASE 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9875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Football Club Performance &amp; Transfer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Management System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27432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560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PROBLEM DEFINITION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9692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6E9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Football clubs generate large volumes of data across player performance, contracts, transfers, and injuries — but this information is typically scattered across spreadsheets with no centralized structure, no enforced business rules, and no audit trail.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023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CONTEXT OF USE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343400"/>
            <a:ext cx="9692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6E9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Used by a club's administrative and technical staff to record and manage day-to-day football operations: squad data, match results, player contracts, and transfer activity, all within a single Oracle database.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263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Eugene — Student ID 32327/2025  |  University of Lay Adventists of Kigali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DPR400210 — Phase I: Problem Statement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Target Users &amp; Objectives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TARGET USERS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57276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Club Administrators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60120" y="186537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Manage clubs, coaches, contracts, and transfer records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44144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Coaches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273405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 squad performance, ratings, and fitness/injury status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42900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31012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League Analysts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60120" y="360273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Consume performance and transfer analytics for decisions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280160"/>
            <a:ext cx="5120640" cy="4754880"/>
          </a:xfrm>
          <a:prstGeom prst="roundRect">
            <a:avLst>
              <a:gd name="adj" fmla="val 1923"/>
            </a:avLst>
          </a:prstGeom>
          <a:solidFill>
            <a:srgbClr val="F4F4F2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1554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75120" y="2011680"/>
            <a:ext cx="109728" cy="1097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0" y="187452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Design a normalized (3NF) Oracle database for club, player, and transfer data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0" y="2761488"/>
            <a:ext cx="109728" cy="1097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2624328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Implement PL/SQL logic for transfer eligibility and performance analytics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75120" y="3511296"/>
            <a:ext cx="109728" cy="1097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3374136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Enforce a business rule blocking transfer/contract changes on weekdays and holidays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75120" y="4261104"/>
            <a:ext cx="109728" cy="1097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4123944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Maintain a full audit trail of all critical data changes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75120" y="5010912"/>
            <a:ext cx="109728" cy="1097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0" y="4873752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Deliver live analytics through a Power BI dashboard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DPR400210 — Phase I: Problem Statement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4937760"/>
            <a:ext cx="4572000" cy="4572000"/>
          </a:xfrm>
          <a:prstGeom prst="ellipse">
            <a:avLst/>
          </a:prstGeom>
          <a:ln w="19050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Expected Benefits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CCD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the system delivers once implemented.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1F3350"/>
          </a:solidFill>
          <a:ln w="12700">
            <a:solidFill>
              <a:srgbClr val="3550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148840"/>
            <a:ext cx="21854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C9A2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Accuracy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2880360"/>
            <a:ext cx="218541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6E9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Centralized, constraint-enforced records replace scattered spreadsheets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92024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1F3350"/>
          </a:solidFill>
          <a:ln w="12700">
            <a:solidFill>
              <a:srgbClr val="3550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2152" y="2148840"/>
            <a:ext cx="21854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C9A2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Enforced Rules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02152" y="2880360"/>
            <a:ext cx="218541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6E9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Transfers and contract changes only proceed under valid conditions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92024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1F3350"/>
          </a:solidFill>
          <a:ln w="12700">
            <a:solidFill>
              <a:srgbClr val="3550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9632" y="2148840"/>
            <a:ext cx="21854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C9A2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Full Accountability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99632" y="2880360"/>
            <a:ext cx="218541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6E9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INSERT, UPDATE, and DELETE is logged with who, what, and when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732520" y="192024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1F3350"/>
          </a:solidFill>
          <a:ln w="12700">
            <a:solidFill>
              <a:srgbClr val="3550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97112" y="2148840"/>
            <a:ext cx="21854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C9A2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Faster Decisions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897112" y="2880360"/>
            <a:ext cx="218541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6E9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dashboards surface top scorers, transfer spend, and ratings instantly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6263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Eugene — Student ID 32327/2025  |  University of Lay Adventists of Kigali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DPR400210 — Phase I: Problem Statement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2026-07-14T23:57:32Z</dcterms:created>
  <dcterms:modified xsi:type="dcterms:W3CDTF">2026-07-14T23:57:32Z</dcterms:modified>
</cp:coreProperties>
</file>